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The Smart Attic Pulley: Thermal Depth Sensor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A simple fixed pulley turns invisible attic heat loss into an actionable insight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91440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JASON Autonomous Agent – Concept Engineering &amp; Design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Low-cost, gravity-fed device for measuring insulation depth (d) using a fixed pulley and string.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Dual temperature sensing: attic side (T_attic) and ceiling side (T_ceiling).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App computes R-value estimate and heat-loss rate; quantifies £ and CO2 impact.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Clear guidance: “Add ~15 cm insulation to reach R_target and stop paying for heat leakage.”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0" y="914400"/>
            <a:ext cx="2560320" cy="137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011680"/>
            <a:ext cx="0" cy="237744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4389120"/>
            <a:ext cx="731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The Invisible Problem: Heat Loss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Homeowners lack tangible feedback about attic insulation performance.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Thermal cameras provide snapshots; not a persistent, quantitative meter.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Result: Under-insulated attics, higher bills, and avoidable CO2 emissions.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The Drastic Change: Smart Attic Pulley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“Thermal Depth Sensor” hung from a joist; drop weight to touch insulation, measure depth 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0" y="914400"/>
            <a:ext cx="2560320" cy="137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011680"/>
            <a:ext cx="0" cy="237744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4389120"/>
            <a:ext cx="731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</a:rPr>
              <a:t>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4389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Human-Centered Insight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Depth “d” correlates directly with thermal resistance.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Turning a hidden variable into a tactile, repeatable measurement.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356616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Smart Feedback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BLE to phone or hub; immediate R-value and heat loss estimate.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Actionable: cost and CO2 per month with upgrade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Simple Machine: Fixed Pulley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Pulley + string/tape measure; weight lowers to insulation surface.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Measure “d” via tape encoder or hall-effect ticks on drum.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Re-zero on retraction for drift robustness.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0" y="914400"/>
            <a:ext cx="2560320" cy="137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011680"/>
            <a:ext cx="0" cy="237744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4389120"/>
            <a:ext cx="731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Sensing: T_attic and T_ceiling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Dual thermistors/IC sensors (±0.2°C typical) for attic and ceiling surfaces.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Optional IR spot sensor for ceiling gypsum surface temperature.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Synchronized sampling during depth measurement to capture ΔT.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Data Path &amp; Connectivity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Device MCU aggregates d, T_attic, T_ceiling; computes preliminary features.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BLE GATT profile to mobile app/home hub (secure pairing).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Edge storage for offline sessions; batch upload when connected.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7863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474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BLE Payload (example)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d_mm, T_attic_C, T_ceiling_C, timestamp_ms, battery_v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flags: calibration_ok, contact_detected, sensor_ok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Physics Model (Intuition)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Insulation R-value scales with depth: R_insulation ≈ r_per_cm × d_cm.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ΔT = T_attic − T_ceiling drives conductive flux through insulation.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Heat flux q″ ≈ ΔT / R_total (simplified, steady-state).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R_total includes insulation plus framing/air films; app uses calibrated defaults adjusted by d and ΔT.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From Measurement to Decision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Estimate R_current from d and ΔT (with calibrated material constants).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Target R_target based on climate zone and building code guidance.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Compute monthly energy loss and £ / CO2; recommend added insulation thickness.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Immediate Fact: What You’re Losing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“Your attic is losing £X (Y kg CO2) / month.”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“Add 15 cm to reach R_target; estimated payback: Z months.”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Confidence indicator and measurement quality score.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UX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Hang device on joist → Drop weight → Contact detect (soft).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Device records d and T’s → Sends to app → Computes R and savings.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App stores trend; suggests follow-up after upgrade.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Mechanical Design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Enclosure with pulley drum, encoder wheel, thermistor probes, battery.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Drop-weight with soft foot for insulation contact.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String path guide; lock/retract latch.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7863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57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Materials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ABS/PC housing, stainless axle, low-stretch string/tape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- NEMA 1 flame rating; IP20 (attic dry enclosures)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Electronics &amp; Power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MCU (BLE SoC), dual temp sensors, encoder input, coin cell / AA pack.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Low-power sleep; wake on movement/contact.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Optional rechargeable Li-ion with USB-C.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Firmware State Machine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IDLE → MEASURE (depth+temps) → TRANSMIT → SLEEP.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Calibration routine for zero and encoder scale.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Error handling: contact fail, sensor out-of-range.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BLE GATT (Example)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Service: 0xFFF0; Chars: d_mm, T_attic, T_ceiling, quality, battery_v.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Notify on measurement complete; Read historical summary.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Secure bonding; privacy-preserving identifiers.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Mobile App: Information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Capture screen: Live measurement + quality score.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Insight screen: R_current vs R_target, £/CO2 per month.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Action screen: “Add 15 cm” → local suppliers/DIY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Installation &amp; Safety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Hang from joist; avoid electrical fixtures; PPE for attic dust.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Contact foot is soft; no puncture of vapor barrier.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RoHS/REACH compliance; battery transport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Indicative BOM &amp; Cost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MCU+BLE: £3–6; Temp sensors: £1–3; Encoder: £1–2; Plastics+HW: £2–4.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Assembly/test: £1–3; Battery: £1–3 → COGS target: £10–18.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Retail target: £39–59; Payback typically &lt; 6 months.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Environmental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Distributed, persistent reduction of residential heat loss.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Simple measurement → sustained behavioral change.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Scalable via DIY channels and energy utility programs.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Design Process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Sketches → CAD → 3D print → Bench test sensors → Attic pilot.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Calibrate physics model; validate R and savings accuracy.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Finalize BLE/app UX; certifications; launch beta.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JASON AI Architect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Smart Attic Pulley: Thermal Depth Sensor</dc:title>
  <dc:subject>PptxGenJS Presentation</dc:subject>
  <dc:creator>JASON Autonomous Agent</dc:creator>
  <cp:lastModifiedBy>JASON Autonomous Agent</cp:lastModifiedBy>
  <cp:revision>1</cp:revision>
  <dcterms:created xsi:type="dcterms:W3CDTF">2025-12-10T18:48:47Z</dcterms:created>
  <dcterms:modified xsi:type="dcterms:W3CDTF">2025-12-10T18:48:47Z</dcterms:modified>
</cp:coreProperties>
</file>